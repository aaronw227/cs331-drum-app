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lff,Aaron" userId="29c26b35-d1dd-43fc-8701-a86d36c5356a" providerId="ADAL" clId="{51B92EF4-1200-4010-B30C-23DCACB8E8F9}"/>
    <pc:docChg chg="modSld">
      <pc:chgData name="Wulff,Aaron" userId="29c26b35-d1dd-43fc-8701-a86d36c5356a" providerId="ADAL" clId="{51B92EF4-1200-4010-B30C-23DCACB8E8F9}" dt="2026-04-28T04:07:56.171" v="75" actId="20577"/>
      <pc:docMkLst>
        <pc:docMk/>
      </pc:docMkLst>
      <pc:sldChg chg="modSp mod">
        <pc:chgData name="Wulff,Aaron" userId="29c26b35-d1dd-43fc-8701-a86d36c5356a" providerId="ADAL" clId="{51B92EF4-1200-4010-B30C-23DCACB8E8F9}" dt="2026-04-28T04:07:56.171" v="75" actId="20577"/>
        <pc:sldMkLst>
          <pc:docMk/>
          <pc:sldMk cId="0" sldId="261"/>
        </pc:sldMkLst>
        <pc:spChg chg="mod">
          <ac:chgData name="Wulff,Aaron" userId="29c26b35-d1dd-43fc-8701-a86d36c5356a" providerId="ADAL" clId="{51B92EF4-1200-4010-B30C-23DCACB8E8F9}" dt="2026-04-28T04:07:56.171" v="75" actId="20577"/>
          <ac:spMkLst>
            <pc:docMk/>
            <pc:sldMk cId="0" sldId="26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57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5029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44752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09344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73936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5029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67712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32304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96896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61488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0" y="502920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6675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6384" y="6675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0976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5568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80160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44752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09344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73936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38528" y="66751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03120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67712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32304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96896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61488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926080" y="667512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83210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" y="83210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86384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15568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280160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44752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609344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73936" y="83210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938528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103120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267712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432304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596896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61488" y="832104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926080" y="83210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7200" y="99669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1792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6384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50976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15568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280160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444752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609344" y="996696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773936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938528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103120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267712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432304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596896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761488" y="996696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926080" y="996696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57200" y="116128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1792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86384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50976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15568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280160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444752" y="1161288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609344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773936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38528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103120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267712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432304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596896" y="1161288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761488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926080" y="1161288"/>
            <a:ext cx="91440" cy="91440"/>
          </a:xfrm>
          <a:prstGeom prst="ellipse">
            <a:avLst/>
          </a:prstGeom>
          <a:solidFill>
            <a:srgbClr val="243349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Trainer</a:t>
            </a:r>
            <a:endParaRPr lang="en-US" sz="6000" dirty="0"/>
          </a:p>
        </p:txBody>
      </p:sp>
      <p:sp>
        <p:nvSpPr>
          <p:cNvPr id="83" name="Text 81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for Practicing Rhythm with Live Timing Feedback</a:t>
            </a:r>
            <a:endParaRPr lang="en-US" sz="2000" dirty="0"/>
          </a:p>
        </p:txBody>
      </p:sp>
      <p:sp>
        <p:nvSpPr>
          <p:cNvPr id="84" name="Shape 82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008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Wulff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Concordia University, Nebraska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tool to practice rhythm and get instant feedback.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"/>
            <a:ext cx="73152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324612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Drummers learning rhythm need a metronome AND a way to know if they're actually in time. Looking at a click track tells you nothing about your own playing.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Trainer answers: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on time?” — for every single beat.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54864" cy="7132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307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metronome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184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20–300 BPM, 2/4 · 3/4 · 4/4 · 6/8, sample-accurate clicks.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67128"/>
            <a:ext cx="54864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 listening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4597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each tap via the browser microphone.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08376"/>
            <a:ext cx="54864" cy="7132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990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Per-beat timing 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3009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/ GOOD / MISS, color-flashed live on screen.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849624"/>
            <a:ext cx="54864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8313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+ suggestions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41422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grade, plain-English tips, persistent local history.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924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6128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1333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65376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17420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946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2150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73552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25596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77640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2968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81728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3377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85816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37860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9904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4194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9399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146036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498080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85012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0216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55421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 vs. what didn't.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"/>
            <a:ext cx="73152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91440" cy="15727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Metronome with adjustable BPM and time signature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Microphone-based hit detection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practice exercise category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Per-beat timing classification + 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91440" cy="15727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categories and difficulty tiers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progress tracking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practice suggestions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calibration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91440" cy="15727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dynamics scoring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Polyrhythm exercises (3-over-4)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with scrolling beat-grid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91440" cy="15727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(this round)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(Flutter / React Native)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 and cloud sync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Coordination-category exercises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924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6128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1333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65376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17420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946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150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73552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25596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77640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2968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81728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3377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85816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737860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9904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4194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9399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46036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98080" y="4846320"/>
            <a:ext cx="36576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850124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02168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554212" y="4846320"/>
            <a:ext cx="36576" cy="91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135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ES modules — every box below is one 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"/>
            <a:ext cx="73152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69164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Listener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cooldown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listener.js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169164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Metronome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15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scheduler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metronome.js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169164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+ calibration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920240"/>
            <a:ext cx="1783080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0" y="2011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3042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→ start → tick → stop)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1668781"/>
            <a:ext cx="1783080" cy="868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4940" y="1761627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2040343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E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Closest-match pairing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628900"/>
            <a:ext cx="1783080" cy="777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4940" y="2667763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9489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E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tips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scorer.js)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1671241"/>
            <a:ext cx="150876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16773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191566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628900"/>
            <a:ext cx="150876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69480" y="2638923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29760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grid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visualizer.js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1755648"/>
            <a:ext cx="640080" cy="4846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94560" y="2715768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2194560" y="3337560"/>
            <a:ext cx="548640" cy="3383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233172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283464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49440" y="18745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49440" y="27889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" y="4251960"/>
            <a:ext cx="8183880" cy="45720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Shared clock: AudioContext.currentTime  —  every module talks in the same audio-clock seconds.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75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ES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"/>
            <a:ext cx="73152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framework?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is the library.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 ms scheduling beats anything a framework adds on top.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is small.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80720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primary views — below the ceiling where a v-DOM pays off.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 friction.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67588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http.server 8000 is the entire toolchain.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164592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1874520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810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1031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onBeat / onHit / onUpdate — modules emit, UI subscribes.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64592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1645920"/>
            <a:ext cx="187452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03720" y="1810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1031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pair-window / latency offset injected per use.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94894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976372"/>
            <a:ext cx="187452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182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34747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module-scope cache for AudioContext.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2967228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2948940"/>
            <a:ext cx="1874520" cy="73152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03720" y="3182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4747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wraps metronome + mic + scorer.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2519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scheduler.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 ms timer queues clicks 100 ms ahead — JS jitter no longer affects timing.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browser → http://localhost:8000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2331720"/>
          </a:xfrm>
          <a:prstGeom prst="rect">
            <a:avLst/>
          </a:prstGeom>
          <a:solidFill>
            <a:srgbClr val="1B2A44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SHOW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624328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606040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latency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60 BPM tap-along, median-of-deltas saved.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53512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935224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Singles,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Paradiddles  </a:t>
            </a: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Rudiments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beginner tier, default 80 BPM.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82696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282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264408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run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PERFECT / GOOD / MISS flashes on the beat-grid.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61188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593592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screen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Letter grade + 1–3 plain-English suggestions.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941064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922776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grade, runs, mastery, recent-runs table.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(˜ 90 seconds)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TDD-style automated tests cover the algorithms; manual tests cover the audio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"/>
            <a:ext cx="73152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prototype shipped with a TDD test file covering BPM validation, beat-timing math, and hit detection.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 port preserves every constant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= 0.15, COOLDOWN = 0.15 s, BPM 20–300)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those tests still validate the production behavior.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tests cover what unit tests can't reach: real audio hardware, microphone, and UI state.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4480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PROCEDURES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685800" cy="2560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874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66360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BPM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048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0, −5, 301, abc; accept 120.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685800" cy="2560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2331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Beat timing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5511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120 / 180 BPM → 1.000 / 0.500 / 0.333 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880360"/>
            <a:ext cx="685800" cy="2560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2834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Hit detection + cooldown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3054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+ 150 ms cooldown gating.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383280"/>
            <a:ext cx="685800" cy="2560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3383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33375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Metronome Start/Stop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5570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↔ audio sync, range clamping.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886200"/>
            <a:ext cx="685800" cy="2560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3886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3840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End-to-end exercise run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40599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→ play → results → progress.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automated  +  2 manual  =  every primary functional requirement covered.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07592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91056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74520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57984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41448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24912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08376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75304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58768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42232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25696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92624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76088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59552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43016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9944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93408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76872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60336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43800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27264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10728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94192" y="2468880"/>
            <a:ext cx="54864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677656" y="2468880"/>
            <a:ext cx="54864" cy="228600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3" name="Text 31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714</Words>
  <Application>Microsoft Office PowerPoint</Application>
  <PresentationFormat>On-screen Show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Drum Trainer</dc:title>
  <dc:subject>PptxGenJS Presentation</dc:subject>
  <dc:creator>Aaron Wulff</dc:creator>
  <cp:lastModifiedBy>Wulff,Aaron</cp:lastModifiedBy>
  <cp:revision>2</cp:revision>
  <dcterms:created xsi:type="dcterms:W3CDTF">2026-04-28T03:34:09Z</dcterms:created>
  <dcterms:modified xsi:type="dcterms:W3CDTF">2026-04-28T04:07:57Z</dcterms:modified>
</cp:coreProperties>
</file>